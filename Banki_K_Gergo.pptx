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8C95-D8BE-98A1-A2E4-D95AE2F24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47028-4E71-1428-704C-DCCAAD03D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6232-C567-9B15-DCA3-91CEF476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45AB2-8A3C-BDCC-09A8-5C191A5B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F946-456C-C3DB-BDD4-6F2E097B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44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8167-5220-30E6-FE36-42008E2A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5416-DEC4-CE85-14EA-C8076A85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41AF-BEDF-52DA-4C4C-3A795C16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A0F5F-797F-BDE2-8452-EB1BA4A4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86454-1D5D-0EB1-ABA9-1A8845F6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62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1B3E-1454-45B4-74FA-25BD4597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C3AB1-40F1-1D93-BD19-F9D5A3575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54E1-9EE7-AF63-9B5C-99C2FAA2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D96D-8773-853A-842D-0AA57DFE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767D-1947-306D-E4F0-2A1BC31B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81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607E-9078-6224-BE1D-DCFBDE8E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2F731-48C0-40C6-1C0B-924AA0E97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D5603-2D3C-84D8-53B9-35A71D5D6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43699-A364-25F5-85E8-53A8A394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B693E-C623-7578-FD66-15DABC81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EC4C8-A8F6-1661-BFFA-AC985C06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21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5755-F674-8B03-B180-47FBA0F7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5EE01-E76E-3EB3-6729-00190BE28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615D5-45F1-CC18-542A-3021B4F0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480A5-1B06-F77E-943E-00EC3C556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391F-3D2E-23E2-6D0E-1DCCB3729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3A21D-EC42-3D57-20AD-0B6F7873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EB756-361A-E87B-B3C1-6C6E7FD3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6A398-4DC8-28F3-1BD7-5EBF4DB7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58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94BF-B94A-DC8A-2176-D5DDF320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338FD-2101-331D-DF68-ADAE9877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9878A-8A25-2F75-C29F-9A5B8084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D8F63-20E2-3A2E-2856-80DCEF67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97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55945-7EA5-A932-D186-7611E0B4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DBAAB-97F3-8282-5BD0-17436C5E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82245-4EAD-BF96-A60D-8D79FA0C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18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8AF6-13DA-0497-9DD3-BDFA4890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31C3-C5F2-5B5E-A0E1-1D281802D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920A-E01C-AC47-DDFE-22CE46DBB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6A88-2F4E-6424-18CD-05546E5A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DA9EC-F506-D23D-0D92-792DC197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A80FE-A51C-3933-A133-7109BD67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1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4DCB-9316-540C-C140-81264063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A480A-7C96-5A3A-0C7D-595A74B1A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AF4CA-9CC2-57B8-480D-C31B52E2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78A1F-3673-1752-4584-E037FB6A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F0F3-3063-911A-A87D-B3C281F0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94EA-CADB-2A52-DAAA-9DD95F29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5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703B-F0B1-5313-6C01-29DA67BF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EEC4F-0FE5-CE80-40FB-B2F8F727B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856B3-B0BF-22D0-8BAF-2F0DB48D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52AC1-50B8-79FA-5ECD-C3D88ED2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C413A-EEFF-633B-9561-03FDBD53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1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FBB17-15AB-A5D6-88DB-B744C2500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5558C-4A11-2014-3F5D-710E50CB1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A449A-14BD-BBFE-0FBA-DA23D02F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BCC2-5692-4F14-825D-8FBDEC79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2D8D7-B12C-BA62-526F-85045491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7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8433D-D28F-09C6-CD84-8F8294AB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10B9-559A-A9A1-263A-E6F363035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B8EC-F7B4-3F33-0E97-FAFB30AB5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5AB26-030B-47D5-BF32-0115C64994DA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DD9C-DE38-6CEC-EED4-DAE6F423E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D5A0-C136-F4A3-EB7A-8DE9A930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024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3C48-80C9-2D71-AAEA-22756AD07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398" y="607410"/>
            <a:ext cx="9144000" cy="2387600"/>
          </a:xfrm>
        </p:spPr>
        <p:txBody>
          <a:bodyPr>
            <a:normAutofit/>
          </a:bodyPr>
          <a:lstStyle/>
          <a:p>
            <a:r>
              <a:rPr lang="hu-HU" sz="9600" dirty="0">
                <a:latin typeface="Rockwell" panose="02060603020205020403" pitchFamily="18" charset="0"/>
              </a:rPr>
              <a:t>Banki projekt</a:t>
            </a:r>
            <a:endParaRPr lang="en-GB" sz="96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83F04-0B7C-9EFF-C98A-EBDFC40B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602" y="2995010"/>
            <a:ext cx="9144000" cy="1655762"/>
          </a:xfrm>
        </p:spPr>
        <p:txBody>
          <a:bodyPr>
            <a:normAutofit/>
          </a:bodyPr>
          <a:lstStyle/>
          <a:p>
            <a:r>
              <a:rPr lang="hu-HU" sz="4000" dirty="0">
                <a:latin typeface="Verdana" panose="020B0604030504040204" pitchFamily="34" charset="0"/>
                <a:ea typeface="Verdana" panose="020B0604030504040204" pitchFamily="34" charset="0"/>
              </a:rPr>
              <a:t>Készítette: Kurunczi Gergő</a:t>
            </a:r>
            <a:endParaRPr lang="en-GB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144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09E5-7428-3A75-4FF9-7D70F260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D21B-2FB9-E8AB-D600-FB1D7908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600" dirty="0">
                <a:latin typeface="Rockwell" panose="02060603020205020403" pitchFamily="18" charset="0"/>
              </a:rPr>
              <a:t>A program elvei</a:t>
            </a:r>
            <a:endParaRPr lang="en-GB" sz="66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9CC6D-E5B5-D893-4726-55DD3D23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Classokkal</a:t>
            </a:r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 működő program.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Felhasználó rendszer.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Utalás/Kivétel/Befizetés.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Művelet naplózása, kiíratása egy fájlba.</a:t>
            </a:r>
          </a:p>
          <a:p>
            <a:endParaRPr lang="hu-H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6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26E7-8775-69FC-68A6-593D5370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Kezdés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CD5E-E93C-4DED-D417-0E6EE1BA2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Kezdetben a program megkérdezi, melyik felhasználót szeretnénk használni: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Későbbekben, ha 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felhasználó váltást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választjuk a menüben,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akkor ide fog vissza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rakni a program.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5E66F0-D76E-9413-82E3-57AD306F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529" y="1993950"/>
            <a:ext cx="7516945" cy="41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2A15-F24E-7F0B-3A85-A494CCCF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6144-5D90-7645-877C-F08A49D9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Menü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24BF-F2C5-BDDE-C15D-D5A1FC52A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Miután kiválasztottuk a felhasználót, megjelenik előttünk a menü: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Itt megjelennek 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menü opcióink.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DC01A-B2C1-BEA6-2128-0D7A3DF32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907" y="2176988"/>
            <a:ext cx="6944904" cy="438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3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24226-0C4C-1623-D95D-C4E46C6B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E047-ABF4-05A3-525B-662AE2EA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Naptár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8D2A-9FFD-B210-2C16-745CC319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>
            <a:normAutofit lnSpcReduction="10000"/>
          </a:bodyPr>
          <a:lstStyle/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hu-HU" sz="3200" dirty="0" err="1">
                <a:latin typeface="Verdana" panose="020B0604030504040204" pitchFamily="34" charset="0"/>
                <a:ea typeface="Verdana" panose="020B0604030504040204" pitchFamily="34" charset="0"/>
              </a:rPr>
              <a:t>naptárat</a:t>
            </a:r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 kiválasztva</a:t>
            </a:r>
            <a:br>
              <a:rPr lang="en-GB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elénk tárul a naptár.</a:t>
            </a:r>
            <a:endParaRPr lang="en-GB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Ha szeretnénk, megnézhetjük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egy adott naphoz tartozó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eseményeket.</a:t>
            </a: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Akár egy új eseményt is megadhatunk ha szeretnénk.</a:t>
            </a: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0E218-6406-569A-D80F-8BADE4D8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46" y="4710610"/>
            <a:ext cx="5772956" cy="1419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E3DCA6-C7DF-6594-C335-F4E2AFFB9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35" y="1343816"/>
            <a:ext cx="628737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5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6990-7596-0FA2-3023-E17936E0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EF1B-6C17-52AA-05EC-93DCAE43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Új esemény rögzítése.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54C-42D2-9879-20D9-789C29278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Ha új eseményt szeretnénk rögzíteni, akkor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a program ki írja az összes jelenlegi eseményt.</a:t>
            </a:r>
          </a:p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Ezután megkérdezi, hogy a jelenlegi felhasználót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szeretnénk-e használni.</a:t>
            </a:r>
          </a:p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Utána bekéri az esemény nevét, kezdeti időpontját, és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végét.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812F3-17BC-C93D-6D06-200D4BC8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08120"/>
            <a:ext cx="3230880" cy="5431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5BE738-9C41-1751-875B-DFEB736A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9500"/>
            <a:ext cx="8125906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6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8718-7B08-3152-9579-0DCF33B0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EA47-29A5-1BFA-E67D-C3A52EA1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hu-HU" dirty="0">
                <a:latin typeface="Rockwell" panose="02060603020205020403" pitchFamily="18" charset="0"/>
              </a:rPr>
            </a:br>
            <a:r>
              <a:rPr lang="hu-HU" sz="5300" dirty="0">
                <a:latin typeface="Rockwell" panose="02060603020205020403" pitchFamily="18" charset="0"/>
              </a:rPr>
              <a:t>Legközelebbi esemény.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59D1-3B36-754A-E8E7-7A1F11ABB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A program generál egy random februári dátumot, és ahhoz viszonyítva kiírja a legközelebbi eseményt.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C376A-B321-6307-3916-D4810F62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6" y="2565605"/>
            <a:ext cx="7478169" cy="695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0E098-6375-C084-6667-4C00E0D0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6" y="3965136"/>
            <a:ext cx="772585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6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8412-A212-7751-6FF8-33F2DB64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CBA8-04C1-0F38-DD03-51A54E4F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7200" dirty="0">
                <a:latin typeface="Rockwell" panose="02060603020205020403" pitchFamily="18" charset="0"/>
              </a:rPr>
              <a:t>Kilépés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771D-3DD4-111D-71E3-51C1EED1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pPr algn="ctr"/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A kilépésnél a program leáll, és az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eddig memóriában tárolt adatokat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 egy fájlba menti el.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5E05E-FF7D-107D-2B0E-59E3B2F8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5" y="1143797"/>
            <a:ext cx="3095625" cy="57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8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199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Rockwell</vt:lpstr>
      <vt:lpstr>Verdana</vt:lpstr>
      <vt:lpstr>Office Theme</vt:lpstr>
      <vt:lpstr>Banki projekt</vt:lpstr>
      <vt:lpstr>A program elvei</vt:lpstr>
      <vt:lpstr>Kezdés</vt:lpstr>
      <vt:lpstr>Menü</vt:lpstr>
      <vt:lpstr>Naptár</vt:lpstr>
      <vt:lpstr>Új esemény rögzítése.</vt:lpstr>
      <vt:lpstr> Legközelebbi esemény.</vt:lpstr>
      <vt:lpstr>Kilépés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Gergo</dc:creator>
  <cp:lastModifiedBy>Gergo</cp:lastModifiedBy>
  <cp:revision>64</cp:revision>
  <dcterms:created xsi:type="dcterms:W3CDTF">2026-02-08T22:09:25Z</dcterms:created>
  <dcterms:modified xsi:type="dcterms:W3CDTF">2026-04-01T20:07:36Z</dcterms:modified>
</cp:coreProperties>
</file>